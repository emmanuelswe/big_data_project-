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12"/>
  </p:notesMasterIdLst>
  <p:sldIdLst>
    <p:sldId id="297" r:id="rId6"/>
    <p:sldId id="338" r:id="rId7"/>
    <p:sldId id="345" r:id="rId8"/>
    <p:sldId id="346" r:id="rId9"/>
    <p:sldId id="347" r:id="rId10"/>
    <p:sldId id="34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B913"/>
    <a:srgbClr val="C7E6A4"/>
    <a:srgbClr val="FF8181"/>
    <a:srgbClr val="D95900"/>
    <a:srgbClr val="FFFFFF"/>
    <a:srgbClr val="93809D"/>
    <a:srgbClr val="002D62"/>
    <a:srgbClr val="55C5E9"/>
    <a:srgbClr val="666666"/>
    <a:srgbClr val="9A9B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735" dt="2026-10-18T16:36:07.7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44" autoAdjust="0"/>
    <p:restoredTop sz="94628" autoAdjust="0"/>
  </p:normalViewPr>
  <p:slideViewPr>
    <p:cSldViewPr snapToGrid="0">
      <p:cViewPr varScale="1">
        <p:scale>
          <a:sx n="81" d="100"/>
          <a:sy n="81" d="100"/>
        </p:scale>
        <p:origin x="78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EF7E2D-7B8F-4F80-BF99-5B46D35C2FAD}" type="datetimeFigureOut">
              <a:rPr lang="en-ZA" smtClean="0"/>
              <a:t>2026/10/18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646900-4EDF-44E7-B007-0B5AD608C12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46554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hite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2907" y="192742"/>
            <a:ext cx="11806186" cy="647251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10022541" y="4720197"/>
            <a:ext cx="1757083" cy="176128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86682" y="4684290"/>
            <a:ext cx="1833843" cy="1837900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448235" y="4720197"/>
            <a:ext cx="9413501" cy="1761285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50311" y="4980501"/>
            <a:ext cx="8716418" cy="450338"/>
          </a:xfrm>
        </p:spPr>
        <p:txBody>
          <a:bodyPr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="1" cap="none" baseline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Add presentation title</a:t>
            </a:r>
            <a:endParaRPr lang="en-ZA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750311" y="5439804"/>
            <a:ext cx="8716418" cy="277906"/>
          </a:xfrm>
        </p:spPr>
        <p:txBody>
          <a:bodyPr tIns="0" r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Add subtitle</a:t>
            </a:r>
            <a:endParaRPr lang="en-GB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750888" y="5986979"/>
            <a:ext cx="4583112" cy="306245"/>
          </a:xfr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lang="en-US" sz="1800" b="1" cap="none" spc="-30" baseline="0" smtClean="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marL="165100" lvl="0" indent="-165100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Add date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2789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urple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/>
          <a:srcRect t="8782" b="8782"/>
          <a:stretch/>
        </p:blipFill>
        <p:spPr>
          <a:xfrm>
            <a:off x="192907" y="192742"/>
            <a:ext cx="11806186" cy="6472517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448235" y="4720197"/>
            <a:ext cx="9413501" cy="1761285"/>
          </a:xfrm>
          <a:prstGeom prst="rect">
            <a:avLst/>
          </a:prstGeom>
          <a:solidFill>
            <a:schemeClr val="accent1">
              <a:alpha val="6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50311" y="4980501"/>
            <a:ext cx="8716418" cy="450338"/>
          </a:xfrm>
        </p:spPr>
        <p:txBody>
          <a:bodyPr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="1" cap="none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presentation title</a:t>
            </a:r>
            <a:endParaRPr lang="en-ZA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750311" y="5439804"/>
            <a:ext cx="8716418" cy="277906"/>
          </a:xfrm>
        </p:spPr>
        <p:txBody>
          <a:bodyPr tIns="0" r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Add subtitle</a:t>
            </a:r>
            <a:endParaRPr lang="en-GB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750888" y="5986979"/>
            <a:ext cx="4583112" cy="306245"/>
          </a:xfr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lang="en-US" sz="1800" b="1" cap="none" spc="-30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marL="165100" lvl="0" indent="-165100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Add date</a:t>
            </a:r>
            <a:endParaRPr lang="en-GB" dirty="0"/>
          </a:p>
        </p:txBody>
      </p:sp>
      <p:sp>
        <p:nvSpPr>
          <p:cNvPr id="14" name="Rectangle 13"/>
          <p:cNvSpPr/>
          <p:nvPr userDrawn="1"/>
        </p:nvSpPr>
        <p:spPr>
          <a:xfrm>
            <a:off x="10022541" y="4720197"/>
            <a:ext cx="1757083" cy="176128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86682" y="4684290"/>
            <a:ext cx="1833843" cy="183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538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192907" y="192742"/>
            <a:ext cx="11806186" cy="6472517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50311" y="4980501"/>
            <a:ext cx="8716418" cy="450338"/>
          </a:xfrm>
        </p:spPr>
        <p:txBody>
          <a:bodyPr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="1" cap="none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presentation title</a:t>
            </a:r>
            <a:endParaRPr lang="en-ZA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750311" y="5439804"/>
            <a:ext cx="8716418" cy="277906"/>
          </a:xfrm>
        </p:spPr>
        <p:txBody>
          <a:bodyPr tIns="0" r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subtitle</a:t>
            </a:r>
            <a:endParaRPr lang="en-GB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750888" y="5986979"/>
            <a:ext cx="4583112" cy="306245"/>
          </a:xfr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lang="en-US" sz="1800" b="1" cap="none" spc="-30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marL="165100" lvl="0" indent="-165100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Add date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69070" y="4969764"/>
            <a:ext cx="1266509" cy="1269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342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50311" y="4980501"/>
            <a:ext cx="8716418" cy="450338"/>
          </a:xfrm>
        </p:spPr>
        <p:txBody>
          <a:bodyPr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="1" cap="none" baseline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Add presentation title</a:t>
            </a:r>
            <a:endParaRPr lang="en-ZA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750311" y="5439804"/>
            <a:ext cx="8716418" cy="277906"/>
          </a:xfrm>
        </p:spPr>
        <p:txBody>
          <a:bodyPr tIns="0" r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Add subtitle</a:t>
            </a:r>
            <a:endParaRPr lang="en-GB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750888" y="5986979"/>
            <a:ext cx="4583112" cy="306245"/>
          </a:xfr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lang="en-US" sz="1800" b="1" cap="none" spc="-30" baseline="0" smtClean="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marL="165100" lvl="0" indent="-165100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Add date</a:t>
            </a:r>
            <a:endParaRPr lang="en-GB" dirty="0"/>
          </a:p>
        </p:txBody>
      </p:sp>
      <p:sp>
        <p:nvSpPr>
          <p:cNvPr id="14" name="Rectangle 13"/>
          <p:cNvSpPr/>
          <p:nvPr userDrawn="1"/>
        </p:nvSpPr>
        <p:spPr>
          <a:xfrm>
            <a:off x="10022541" y="4720197"/>
            <a:ext cx="1757083" cy="176128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86682" y="4684290"/>
            <a:ext cx="1833843" cy="183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063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192907" y="192742"/>
            <a:ext cx="11806186" cy="6472517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" name="Straight Connector 14"/>
          <p:cNvCxnSpPr>
            <a:cxnSpLocks/>
          </p:cNvCxnSpPr>
          <p:nvPr userDrawn="1"/>
        </p:nvCxnSpPr>
        <p:spPr>
          <a:xfrm>
            <a:off x="394821" y="3173508"/>
            <a:ext cx="1140235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394821" y="2453901"/>
            <a:ext cx="7359650" cy="450338"/>
          </a:xfrm>
        </p:spPr>
        <p:txBody>
          <a:bodyPr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="1" cap="none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divider title</a:t>
            </a:r>
            <a:endParaRPr lang="en-ZA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69070" y="4969764"/>
            <a:ext cx="1266509" cy="1269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312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192907" y="192742"/>
            <a:ext cx="11806186" cy="6472517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Straight Connector 13"/>
          <p:cNvCxnSpPr>
            <a:cxnSpLocks/>
          </p:cNvCxnSpPr>
          <p:nvPr userDrawn="1"/>
        </p:nvCxnSpPr>
        <p:spPr>
          <a:xfrm>
            <a:off x="394821" y="3173508"/>
            <a:ext cx="1140235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94821" y="2453901"/>
            <a:ext cx="7359650" cy="450338"/>
          </a:xfrm>
        </p:spPr>
        <p:txBody>
          <a:bodyPr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="1" cap="none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divider title</a:t>
            </a:r>
            <a:endParaRPr lang="en-ZA" dirty="0"/>
          </a:p>
        </p:txBody>
      </p:sp>
      <p:sp>
        <p:nvSpPr>
          <p:cNvPr id="7" name="Rectangle 6"/>
          <p:cNvSpPr/>
          <p:nvPr userDrawn="1"/>
        </p:nvSpPr>
        <p:spPr>
          <a:xfrm>
            <a:off x="10022541" y="4720197"/>
            <a:ext cx="1757083" cy="176128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86682" y="4684290"/>
            <a:ext cx="1833843" cy="183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924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331694" y="1102659"/>
            <a:ext cx="11600330" cy="1075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Rectangle 2"/>
          <p:cNvSpPr/>
          <p:nvPr userDrawn="1"/>
        </p:nvSpPr>
        <p:spPr>
          <a:xfrm>
            <a:off x="331694" y="896471"/>
            <a:ext cx="11600330" cy="206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73196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with ic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331694" y="1102659"/>
            <a:ext cx="11600330" cy="1075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Rectangle 2"/>
          <p:cNvSpPr/>
          <p:nvPr userDrawn="1"/>
        </p:nvSpPr>
        <p:spPr>
          <a:xfrm>
            <a:off x="331694" y="896471"/>
            <a:ext cx="11600330" cy="206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494903" y="6186557"/>
            <a:ext cx="508838" cy="510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353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331694" y="1102659"/>
            <a:ext cx="11600330" cy="1075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Rectangle 2"/>
          <p:cNvSpPr/>
          <p:nvPr userDrawn="1"/>
        </p:nvSpPr>
        <p:spPr>
          <a:xfrm>
            <a:off x="331694" y="896471"/>
            <a:ext cx="11600330" cy="206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4761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8300" y="195750"/>
            <a:ext cx="11452225" cy="72000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ZA" dirty="0"/>
            </a:lvl1pPr>
          </a:lstStyle>
          <a:p>
            <a:pPr lvl="0"/>
            <a:r>
              <a:rPr lang="en-US" dirty="0"/>
              <a:t>Add title</a:t>
            </a:r>
            <a:endParaRPr lang="en-ZA" dirty="0"/>
          </a:p>
        </p:txBody>
      </p:sp>
      <p:sp>
        <p:nvSpPr>
          <p:cNvPr id="3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358589" y="6361113"/>
            <a:ext cx="9000000" cy="215900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>
              <a:buNone/>
              <a:defRPr lang="en-GB" sz="1000" b="0" i="0" u="none" strike="noStrike" spc="0" baseline="0" dirty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marL="165100" marR="0" lvl="0" indent="-1651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Footnote</a:t>
            </a:r>
          </a:p>
        </p:txBody>
      </p:sp>
    </p:spTree>
    <p:extLst>
      <p:ext uri="{BB962C8B-B14F-4D97-AF65-F5344CB8AC3E}">
        <p14:creationId xmlns:p14="http://schemas.microsoft.com/office/powerpoint/2010/main" val="935332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368300" y="195750"/>
            <a:ext cx="11452225" cy="72000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ZA" dirty="0"/>
            </a:lvl1pPr>
          </a:lstStyle>
          <a:p>
            <a:pPr lvl="0"/>
            <a:r>
              <a:rPr lang="en-US" dirty="0"/>
              <a:t>Add title</a:t>
            </a:r>
            <a:endParaRPr lang="en-ZA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68300" y="933680"/>
            <a:ext cx="11452225" cy="33473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Add subtitle</a:t>
            </a:r>
            <a:endParaRPr lang="en-ZA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358588" y="6361113"/>
            <a:ext cx="9000000" cy="215900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>
              <a:buNone/>
              <a:defRPr lang="en-GB" sz="1000" b="0" i="0" u="none" strike="noStrike" spc="0" baseline="0" dirty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marL="165100" marR="0" lvl="0" indent="-1651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Footnote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01551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368300" y="195750"/>
            <a:ext cx="11452225" cy="72000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ZA" baseline="0" dirty="0"/>
            </a:lvl1pPr>
          </a:lstStyle>
          <a:p>
            <a:pPr lvl="0"/>
            <a:r>
              <a:rPr lang="en-US" dirty="0"/>
              <a:t>4 contacts with short description</a:t>
            </a:r>
            <a:endParaRPr lang="en-ZA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40" hasCustomPrompt="1"/>
          </p:nvPr>
        </p:nvSpPr>
        <p:spPr>
          <a:xfrm>
            <a:off x="368300" y="1701975"/>
            <a:ext cx="1505323" cy="14160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Add picture</a:t>
            </a:r>
            <a:endParaRPr lang="en-ZA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43" hasCustomPrompt="1"/>
          </p:nvPr>
        </p:nvSpPr>
        <p:spPr>
          <a:xfrm>
            <a:off x="2044700" y="1701976"/>
            <a:ext cx="3863041" cy="270259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ZA" dirty="0"/>
          </a:p>
        </p:txBody>
      </p:sp>
      <p:sp>
        <p:nvSpPr>
          <p:cNvPr id="16" name="Text Placeholder 14"/>
          <p:cNvSpPr>
            <a:spLocks noGrp="1"/>
          </p:cNvSpPr>
          <p:nvPr>
            <p:ph type="body" sz="quarter" idx="44" hasCustomPrompt="1"/>
          </p:nvPr>
        </p:nvSpPr>
        <p:spPr>
          <a:xfrm>
            <a:off x="2044700" y="1972235"/>
            <a:ext cx="3863041" cy="197223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  <a:endParaRPr lang="en-ZA" dirty="0"/>
          </a:p>
        </p:txBody>
      </p:sp>
      <p:sp>
        <p:nvSpPr>
          <p:cNvPr id="94" name="Text Placeholder 14"/>
          <p:cNvSpPr>
            <a:spLocks noGrp="1"/>
          </p:cNvSpPr>
          <p:nvPr>
            <p:ph type="body" sz="quarter" idx="45" hasCustomPrompt="1"/>
          </p:nvPr>
        </p:nvSpPr>
        <p:spPr>
          <a:xfrm>
            <a:off x="2044700" y="2212777"/>
            <a:ext cx="3863041" cy="1543436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Body copy</a:t>
            </a:r>
            <a:endParaRPr lang="en-ZA" dirty="0"/>
          </a:p>
        </p:txBody>
      </p:sp>
      <p:sp>
        <p:nvSpPr>
          <p:cNvPr id="114" name="Picture Placeholder 2"/>
          <p:cNvSpPr>
            <a:spLocks noGrp="1"/>
          </p:cNvSpPr>
          <p:nvPr>
            <p:ph type="pic" sz="quarter" idx="46" hasCustomPrompt="1"/>
          </p:nvPr>
        </p:nvSpPr>
        <p:spPr>
          <a:xfrm>
            <a:off x="6281084" y="1701975"/>
            <a:ext cx="1505323" cy="14160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Add picture</a:t>
            </a:r>
            <a:endParaRPr lang="en-ZA" dirty="0"/>
          </a:p>
        </p:txBody>
      </p:sp>
      <p:sp>
        <p:nvSpPr>
          <p:cNvPr id="115" name="Text Placeholder 14"/>
          <p:cNvSpPr>
            <a:spLocks noGrp="1"/>
          </p:cNvSpPr>
          <p:nvPr>
            <p:ph type="body" sz="quarter" idx="47" hasCustomPrompt="1"/>
          </p:nvPr>
        </p:nvSpPr>
        <p:spPr>
          <a:xfrm>
            <a:off x="7957484" y="1701976"/>
            <a:ext cx="3863041" cy="270259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ZA" dirty="0"/>
          </a:p>
        </p:txBody>
      </p:sp>
      <p:sp>
        <p:nvSpPr>
          <p:cNvPr id="116" name="Text Placeholder 14"/>
          <p:cNvSpPr>
            <a:spLocks noGrp="1"/>
          </p:cNvSpPr>
          <p:nvPr>
            <p:ph type="body" sz="quarter" idx="48" hasCustomPrompt="1"/>
          </p:nvPr>
        </p:nvSpPr>
        <p:spPr>
          <a:xfrm>
            <a:off x="7957484" y="1972235"/>
            <a:ext cx="3863041" cy="197223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  <a:endParaRPr lang="en-ZA" dirty="0"/>
          </a:p>
        </p:txBody>
      </p:sp>
      <p:sp>
        <p:nvSpPr>
          <p:cNvPr id="117" name="Text Placeholder 14"/>
          <p:cNvSpPr>
            <a:spLocks noGrp="1"/>
          </p:cNvSpPr>
          <p:nvPr>
            <p:ph type="body" sz="quarter" idx="49" hasCustomPrompt="1"/>
          </p:nvPr>
        </p:nvSpPr>
        <p:spPr>
          <a:xfrm>
            <a:off x="7957484" y="2212777"/>
            <a:ext cx="3863041" cy="1543436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Body copy</a:t>
            </a:r>
            <a:endParaRPr lang="en-ZA" dirty="0"/>
          </a:p>
        </p:txBody>
      </p:sp>
      <p:sp>
        <p:nvSpPr>
          <p:cNvPr id="118" name="Picture Placeholder 2"/>
          <p:cNvSpPr>
            <a:spLocks noGrp="1"/>
          </p:cNvSpPr>
          <p:nvPr>
            <p:ph type="pic" sz="quarter" idx="50" hasCustomPrompt="1"/>
          </p:nvPr>
        </p:nvSpPr>
        <p:spPr>
          <a:xfrm>
            <a:off x="368300" y="3930637"/>
            <a:ext cx="1505323" cy="14160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Add picture</a:t>
            </a:r>
            <a:endParaRPr lang="en-ZA" dirty="0"/>
          </a:p>
        </p:txBody>
      </p:sp>
      <p:sp>
        <p:nvSpPr>
          <p:cNvPr id="119" name="Text Placeholder 14"/>
          <p:cNvSpPr>
            <a:spLocks noGrp="1"/>
          </p:cNvSpPr>
          <p:nvPr>
            <p:ph type="body" sz="quarter" idx="51" hasCustomPrompt="1"/>
          </p:nvPr>
        </p:nvSpPr>
        <p:spPr>
          <a:xfrm>
            <a:off x="2044700" y="3930637"/>
            <a:ext cx="3863041" cy="270259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ZA" dirty="0"/>
          </a:p>
        </p:txBody>
      </p:sp>
      <p:sp>
        <p:nvSpPr>
          <p:cNvPr id="120" name="Text Placeholder 14"/>
          <p:cNvSpPr>
            <a:spLocks noGrp="1"/>
          </p:cNvSpPr>
          <p:nvPr>
            <p:ph type="body" sz="quarter" idx="52" hasCustomPrompt="1"/>
          </p:nvPr>
        </p:nvSpPr>
        <p:spPr>
          <a:xfrm>
            <a:off x="2044700" y="4200897"/>
            <a:ext cx="3863041" cy="197223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  <a:endParaRPr lang="en-ZA" dirty="0"/>
          </a:p>
        </p:txBody>
      </p:sp>
      <p:sp>
        <p:nvSpPr>
          <p:cNvPr id="121" name="Text Placeholder 14"/>
          <p:cNvSpPr>
            <a:spLocks noGrp="1"/>
          </p:cNvSpPr>
          <p:nvPr>
            <p:ph type="body" sz="quarter" idx="53" hasCustomPrompt="1"/>
          </p:nvPr>
        </p:nvSpPr>
        <p:spPr>
          <a:xfrm>
            <a:off x="2044700" y="4441439"/>
            <a:ext cx="3863041" cy="1543436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Body copy</a:t>
            </a:r>
            <a:endParaRPr lang="en-ZA" dirty="0"/>
          </a:p>
        </p:txBody>
      </p:sp>
      <p:sp>
        <p:nvSpPr>
          <p:cNvPr id="122" name="Picture Placeholder 2"/>
          <p:cNvSpPr>
            <a:spLocks noGrp="1"/>
          </p:cNvSpPr>
          <p:nvPr>
            <p:ph type="pic" sz="quarter" idx="54" hasCustomPrompt="1"/>
          </p:nvPr>
        </p:nvSpPr>
        <p:spPr>
          <a:xfrm>
            <a:off x="6281084" y="3930637"/>
            <a:ext cx="1505323" cy="14160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Add picture</a:t>
            </a:r>
            <a:endParaRPr lang="en-ZA" dirty="0"/>
          </a:p>
        </p:txBody>
      </p:sp>
      <p:sp>
        <p:nvSpPr>
          <p:cNvPr id="123" name="Text Placeholder 14"/>
          <p:cNvSpPr>
            <a:spLocks noGrp="1"/>
          </p:cNvSpPr>
          <p:nvPr>
            <p:ph type="body" sz="quarter" idx="55" hasCustomPrompt="1"/>
          </p:nvPr>
        </p:nvSpPr>
        <p:spPr>
          <a:xfrm>
            <a:off x="7957484" y="3930637"/>
            <a:ext cx="3863041" cy="270259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ZA" dirty="0"/>
          </a:p>
        </p:txBody>
      </p:sp>
      <p:sp>
        <p:nvSpPr>
          <p:cNvPr id="124" name="Text Placeholder 14"/>
          <p:cNvSpPr>
            <a:spLocks noGrp="1"/>
          </p:cNvSpPr>
          <p:nvPr>
            <p:ph type="body" sz="quarter" idx="56" hasCustomPrompt="1"/>
          </p:nvPr>
        </p:nvSpPr>
        <p:spPr>
          <a:xfrm>
            <a:off x="7957484" y="4200897"/>
            <a:ext cx="3863041" cy="197223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  <a:endParaRPr lang="en-ZA" dirty="0"/>
          </a:p>
        </p:txBody>
      </p:sp>
      <p:sp>
        <p:nvSpPr>
          <p:cNvPr id="125" name="Text Placeholder 14"/>
          <p:cNvSpPr>
            <a:spLocks noGrp="1"/>
          </p:cNvSpPr>
          <p:nvPr>
            <p:ph type="body" sz="quarter" idx="57" hasCustomPrompt="1"/>
          </p:nvPr>
        </p:nvSpPr>
        <p:spPr>
          <a:xfrm>
            <a:off x="7957484" y="4441439"/>
            <a:ext cx="3863041" cy="1543436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Body copy</a:t>
            </a:r>
            <a:endParaRPr lang="en-ZA" dirty="0"/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68300" y="933680"/>
            <a:ext cx="11452225" cy="33473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Add subtitle</a:t>
            </a:r>
            <a:endParaRPr lang="en-ZA" dirty="0"/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358588" y="6361113"/>
            <a:ext cx="9000000" cy="215900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>
              <a:buNone/>
              <a:defRPr lang="en-GB" sz="1000" b="0" i="0" u="none" strike="noStrike" spc="0" baseline="0" dirty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marL="165100" marR="0" lvl="0" indent="-1651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Footnote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158174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368300" y="195750"/>
            <a:ext cx="11452225" cy="72000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ZA" baseline="0" dirty="0"/>
            </a:lvl1pPr>
          </a:lstStyle>
          <a:p>
            <a:pPr lvl="0"/>
            <a:r>
              <a:rPr lang="en-US" dirty="0"/>
              <a:t>2 contacts with long description</a:t>
            </a:r>
            <a:endParaRPr lang="en-ZA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40" hasCustomPrompt="1"/>
          </p:nvPr>
        </p:nvSpPr>
        <p:spPr>
          <a:xfrm>
            <a:off x="368300" y="1701975"/>
            <a:ext cx="1505323" cy="14160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Add picture</a:t>
            </a:r>
            <a:endParaRPr lang="en-ZA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43" hasCustomPrompt="1"/>
          </p:nvPr>
        </p:nvSpPr>
        <p:spPr>
          <a:xfrm>
            <a:off x="2044700" y="1701976"/>
            <a:ext cx="3863041" cy="270259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ZA" dirty="0"/>
          </a:p>
        </p:txBody>
      </p:sp>
      <p:sp>
        <p:nvSpPr>
          <p:cNvPr id="16" name="Text Placeholder 14"/>
          <p:cNvSpPr>
            <a:spLocks noGrp="1"/>
          </p:cNvSpPr>
          <p:nvPr>
            <p:ph type="body" sz="quarter" idx="44" hasCustomPrompt="1"/>
          </p:nvPr>
        </p:nvSpPr>
        <p:spPr>
          <a:xfrm>
            <a:off x="2044700" y="1972235"/>
            <a:ext cx="3863041" cy="197223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  <a:endParaRPr lang="en-ZA" dirty="0"/>
          </a:p>
        </p:txBody>
      </p:sp>
      <p:sp>
        <p:nvSpPr>
          <p:cNvPr id="94" name="Text Placeholder 14"/>
          <p:cNvSpPr>
            <a:spLocks noGrp="1"/>
          </p:cNvSpPr>
          <p:nvPr>
            <p:ph type="body" sz="quarter" idx="45" hasCustomPrompt="1"/>
          </p:nvPr>
        </p:nvSpPr>
        <p:spPr>
          <a:xfrm>
            <a:off x="2044700" y="2212776"/>
            <a:ext cx="3863041" cy="3772099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Body copy</a:t>
            </a:r>
            <a:endParaRPr lang="en-ZA" dirty="0"/>
          </a:p>
        </p:txBody>
      </p:sp>
      <p:sp>
        <p:nvSpPr>
          <p:cNvPr id="114" name="Picture Placeholder 2"/>
          <p:cNvSpPr>
            <a:spLocks noGrp="1"/>
          </p:cNvSpPr>
          <p:nvPr>
            <p:ph type="pic" sz="quarter" idx="46" hasCustomPrompt="1"/>
          </p:nvPr>
        </p:nvSpPr>
        <p:spPr>
          <a:xfrm>
            <a:off x="6281084" y="1701975"/>
            <a:ext cx="1505323" cy="14160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Add picture</a:t>
            </a:r>
            <a:endParaRPr lang="en-ZA" dirty="0"/>
          </a:p>
        </p:txBody>
      </p:sp>
      <p:sp>
        <p:nvSpPr>
          <p:cNvPr id="115" name="Text Placeholder 14"/>
          <p:cNvSpPr>
            <a:spLocks noGrp="1"/>
          </p:cNvSpPr>
          <p:nvPr>
            <p:ph type="body" sz="quarter" idx="47" hasCustomPrompt="1"/>
          </p:nvPr>
        </p:nvSpPr>
        <p:spPr>
          <a:xfrm>
            <a:off x="7957484" y="1701976"/>
            <a:ext cx="3863041" cy="270259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ZA" dirty="0"/>
          </a:p>
        </p:txBody>
      </p:sp>
      <p:sp>
        <p:nvSpPr>
          <p:cNvPr id="116" name="Text Placeholder 14"/>
          <p:cNvSpPr>
            <a:spLocks noGrp="1"/>
          </p:cNvSpPr>
          <p:nvPr>
            <p:ph type="body" sz="quarter" idx="48" hasCustomPrompt="1"/>
          </p:nvPr>
        </p:nvSpPr>
        <p:spPr>
          <a:xfrm>
            <a:off x="7957484" y="1972235"/>
            <a:ext cx="3863041" cy="197223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  <a:endParaRPr lang="en-ZA" dirty="0"/>
          </a:p>
        </p:txBody>
      </p:sp>
      <p:sp>
        <p:nvSpPr>
          <p:cNvPr id="117" name="Text Placeholder 14"/>
          <p:cNvSpPr>
            <a:spLocks noGrp="1"/>
          </p:cNvSpPr>
          <p:nvPr>
            <p:ph type="body" sz="quarter" idx="49" hasCustomPrompt="1"/>
          </p:nvPr>
        </p:nvSpPr>
        <p:spPr>
          <a:xfrm>
            <a:off x="7957484" y="2212776"/>
            <a:ext cx="3863041" cy="3772099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Body copy</a:t>
            </a:r>
            <a:endParaRPr lang="en-ZA" dirty="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68300" y="933680"/>
            <a:ext cx="11452225" cy="33473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Add subtitle</a:t>
            </a:r>
            <a:endParaRPr lang="en-ZA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358588" y="6361113"/>
            <a:ext cx="9000000" cy="215900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>
              <a:buNone/>
              <a:defRPr lang="en-GB" sz="1000" b="0" i="0" u="none" strike="noStrike" spc="0" baseline="0" dirty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marL="165100" marR="0" lvl="0" indent="-1651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Footnote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41306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 dirty="0"/>
              <a:t>Add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ZA" dirty="0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368300" y="195750"/>
            <a:ext cx="11452225" cy="72000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ZA" dirty="0"/>
            </a:lvl1pPr>
          </a:lstStyle>
          <a:p>
            <a:pPr lvl="0"/>
            <a:r>
              <a:rPr lang="en-US" dirty="0"/>
              <a:t>Add title</a:t>
            </a:r>
            <a:endParaRPr lang="en-ZA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358588" y="6361113"/>
            <a:ext cx="9000000" cy="215900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>
              <a:buNone/>
              <a:defRPr lang="en-GB" sz="1000" b="0" i="0" u="none" strike="noStrike" spc="0" baseline="0" dirty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marL="165100" marR="0" lvl="0" indent="-1651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Footnote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47394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2 sub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8300" y="1674624"/>
            <a:ext cx="5530475" cy="4310251"/>
          </a:xfrm>
        </p:spPr>
        <p:txBody>
          <a:bodyPr/>
          <a:lstStyle/>
          <a:p>
            <a:pPr lvl="0"/>
            <a:r>
              <a:rPr lang="en-US" dirty="0"/>
              <a:t>Add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ZA" dirty="0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368300" y="195750"/>
            <a:ext cx="11452225" cy="72000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ZA" dirty="0"/>
            </a:lvl1pPr>
          </a:lstStyle>
          <a:p>
            <a:pPr lvl="0"/>
            <a:r>
              <a:rPr lang="en-US" dirty="0"/>
              <a:t>Add title</a:t>
            </a:r>
            <a:endParaRPr lang="en-ZA" dirty="0"/>
          </a:p>
        </p:txBody>
      </p:sp>
      <p:sp>
        <p:nvSpPr>
          <p:cNvPr id="9" name="Content Placeholder 2"/>
          <p:cNvSpPr>
            <a:spLocks noGrp="1"/>
          </p:cNvSpPr>
          <p:nvPr>
            <p:ph idx="12" hasCustomPrompt="1"/>
          </p:nvPr>
        </p:nvSpPr>
        <p:spPr>
          <a:xfrm>
            <a:off x="6290049" y="1674624"/>
            <a:ext cx="5530475" cy="4310251"/>
          </a:xfrm>
        </p:spPr>
        <p:txBody>
          <a:bodyPr/>
          <a:lstStyle/>
          <a:p>
            <a:pPr lvl="0"/>
            <a:r>
              <a:rPr lang="en-US" dirty="0"/>
              <a:t>Add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ZA" dirty="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68300" y="1272142"/>
            <a:ext cx="5530475" cy="33473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Add subtitle</a:t>
            </a:r>
            <a:endParaRPr lang="en-ZA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6290048" y="1272142"/>
            <a:ext cx="5530475" cy="33473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Add subtitle</a:t>
            </a:r>
            <a:endParaRPr lang="en-ZA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358588" y="6361113"/>
            <a:ext cx="9000000" cy="215900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>
              <a:buNone/>
              <a:defRPr lang="en-GB" sz="1000" b="0" i="0" u="none" strike="noStrike" spc="0" baseline="0" dirty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marL="165100" marR="0" lvl="0" indent="-1651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Footnote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296793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3 sub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8300" y="1703294"/>
            <a:ext cx="3701675" cy="4281581"/>
          </a:xfrm>
        </p:spPr>
        <p:txBody>
          <a:bodyPr/>
          <a:lstStyle/>
          <a:p>
            <a:pPr lvl="0"/>
            <a:r>
              <a:rPr lang="en-US" dirty="0"/>
              <a:t>Add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ZA" dirty="0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368300" y="195747"/>
            <a:ext cx="11452225" cy="72000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ZA" dirty="0"/>
            </a:lvl1pPr>
          </a:lstStyle>
          <a:p>
            <a:pPr lvl="0"/>
            <a:r>
              <a:rPr lang="en-US" dirty="0"/>
              <a:t>Add title</a:t>
            </a:r>
            <a:endParaRPr lang="en-ZA" dirty="0"/>
          </a:p>
        </p:txBody>
      </p:sp>
      <p:sp>
        <p:nvSpPr>
          <p:cNvPr id="11" name="Content Placeholder 2"/>
          <p:cNvSpPr>
            <a:spLocks noGrp="1"/>
          </p:cNvSpPr>
          <p:nvPr>
            <p:ph idx="12" hasCustomPrompt="1"/>
          </p:nvPr>
        </p:nvSpPr>
        <p:spPr>
          <a:xfrm>
            <a:off x="4243575" y="1703294"/>
            <a:ext cx="3701675" cy="4281581"/>
          </a:xfrm>
        </p:spPr>
        <p:txBody>
          <a:bodyPr/>
          <a:lstStyle/>
          <a:p>
            <a:pPr lvl="0"/>
            <a:r>
              <a:rPr lang="en-US" dirty="0"/>
              <a:t>Add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ZA" dirty="0"/>
          </a:p>
        </p:txBody>
      </p:sp>
      <p:sp>
        <p:nvSpPr>
          <p:cNvPr id="13" name="Content Placeholder 2"/>
          <p:cNvSpPr>
            <a:spLocks noGrp="1"/>
          </p:cNvSpPr>
          <p:nvPr>
            <p:ph idx="14" hasCustomPrompt="1"/>
          </p:nvPr>
        </p:nvSpPr>
        <p:spPr>
          <a:xfrm>
            <a:off x="8118849" y="1703294"/>
            <a:ext cx="3701675" cy="4281581"/>
          </a:xfrm>
        </p:spPr>
        <p:txBody>
          <a:bodyPr/>
          <a:lstStyle/>
          <a:p>
            <a:pPr lvl="0"/>
            <a:r>
              <a:rPr lang="en-US" dirty="0"/>
              <a:t>Add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ZA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68300" y="1272142"/>
            <a:ext cx="3701675" cy="33473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Add subtitle</a:t>
            </a:r>
            <a:endParaRPr lang="en-ZA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4243575" y="1272142"/>
            <a:ext cx="3701675" cy="33473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Add subtitle</a:t>
            </a:r>
            <a:endParaRPr lang="en-ZA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118848" y="1272142"/>
            <a:ext cx="3701675" cy="33473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Add subtitle</a:t>
            </a:r>
            <a:endParaRPr lang="en-ZA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358588" y="6361113"/>
            <a:ext cx="9000000" cy="215900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>
              <a:buNone/>
              <a:defRPr lang="en-GB" sz="1000" b="0" i="0" u="none" strike="noStrike" spc="0" baseline="0" dirty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marL="165100" marR="0" lvl="0" indent="-1651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Footnote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20220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ictur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8300" y="1277378"/>
            <a:ext cx="5592849" cy="4707497"/>
          </a:xfrm>
        </p:spPr>
        <p:txBody>
          <a:bodyPr/>
          <a:lstStyle/>
          <a:p>
            <a:pPr lvl="0"/>
            <a:r>
              <a:rPr lang="en-US" dirty="0"/>
              <a:t>Add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ZA" dirty="0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368300" y="195750"/>
            <a:ext cx="11452225" cy="72000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ZA" dirty="0"/>
            </a:lvl1pPr>
          </a:lstStyle>
          <a:p>
            <a:pPr lvl="0"/>
            <a:r>
              <a:rPr lang="en-US" dirty="0"/>
              <a:t>Add title</a:t>
            </a:r>
            <a:endParaRPr lang="en-ZA" dirty="0"/>
          </a:p>
        </p:txBody>
      </p:sp>
      <p:sp>
        <p:nvSpPr>
          <p:cNvPr id="16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6227296" y="1268413"/>
            <a:ext cx="5593229" cy="47164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Add picture</a:t>
            </a:r>
            <a:endParaRPr lang="en-ZA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358588" y="6361113"/>
            <a:ext cx="9000000" cy="215900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>
              <a:buNone/>
              <a:defRPr lang="en-GB" sz="1000" b="0" i="0" u="none" strike="noStrike" spc="0" baseline="0" dirty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marL="165100" marR="0" lvl="0" indent="-1651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Footnote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152703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2 pictur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8300" y="3378200"/>
            <a:ext cx="5592849" cy="2606675"/>
          </a:xfrm>
        </p:spPr>
        <p:txBody>
          <a:bodyPr/>
          <a:lstStyle/>
          <a:p>
            <a:pPr lvl="0"/>
            <a:r>
              <a:rPr lang="en-US" dirty="0"/>
              <a:t>Add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ZA" dirty="0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368300" y="195750"/>
            <a:ext cx="11452225" cy="72000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ZA" dirty="0"/>
            </a:lvl1pPr>
          </a:lstStyle>
          <a:p>
            <a:pPr lvl="0"/>
            <a:r>
              <a:rPr lang="en-US" dirty="0"/>
              <a:t>Add title</a:t>
            </a:r>
            <a:endParaRPr lang="en-ZA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368300" y="1277378"/>
            <a:ext cx="5593229" cy="19478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Add picture</a:t>
            </a:r>
            <a:endParaRPr lang="en-ZA" dirty="0"/>
          </a:p>
        </p:txBody>
      </p:sp>
      <p:sp>
        <p:nvSpPr>
          <p:cNvPr id="15" name="Content Placeholder 2"/>
          <p:cNvSpPr>
            <a:spLocks noGrp="1"/>
          </p:cNvSpPr>
          <p:nvPr>
            <p:ph idx="11" hasCustomPrompt="1"/>
          </p:nvPr>
        </p:nvSpPr>
        <p:spPr>
          <a:xfrm>
            <a:off x="6227296" y="1277378"/>
            <a:ext cx="5592849" cy="2606675"/>
          </a:xfrm>
        </p:spPr>
        <p:txBody>
          <a:bodyPr/>
          <a:lstStyle/>
          <a:p>
            <a:pPr lvl="0"/>
            <a:r>
              <a:rPr lang="en-US" dirty="0"/>
              <a:t>Add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ZA" dirty="0"/>
          </a:p>
        </p:txBody>
      </p:sp>
      <p:sp>
        <p:nvSpPr>
          <p:cNvPr id="16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6227296" y="4037013"/>
            <a:ext cx="5593229" cy="19478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Add picture</a:t>
            </a:r>
            <a:endParaRPr lang="en-ZA" dirty="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358588" y="6361113"/>
            <a:ext cx="9000000" cy="215900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>
              <a:buNone/>
              <a:defRPr lang="en-GB" sz="1000" b="0" i="0" u="none" strike="noStrike" spc="0" baseline="0" dirty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marL="165100" marR="0" lvl="0" indent="-1651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Footnote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61210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3 pictur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8301" y="3440672"/>
            <a:ext cx="3620748" cy="2544203"/>
          </a:xfrm>
        </p:spPr>
        <p:txBody>
          <a:bodyPr/>
          <a:lstStyle/>
          <a:p>
            <a:pPr lvl="0"/>
            <a:r>
              <a:rPr lang="en-US" dirty="0"/>
              <a:t>Add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ZA" dirty="0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368300" y="195747"/>
            <a:ext cx="11452225" cy="72000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ZA" dirty="0"/>
            </a:lvl1pPr>
          </a:lstStyle>
          <a:p>
            <a:pPr lvl="0"/>
            <a:r>
              <a:rPr lang="en-US" dirty="0"/>
              <a:t>Add title</a:t>
            </a:r>
            <a:endParaRPr lang="en-ZA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368301" y="1268413"/>
            <a:ext cx="3620994" cy="201061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Add picture</a:t>
            </a:r>
            <a:endParaRPr lang="en-ZA" dirty="0"/>
          </a:p>
        </p:txBody>
      </p:sp>
      <p:sp>
        <p:nvSpPr>
          <p:cNvPr id="17" name="Content Placeholder 2"/>
          <p:cNvSpPr>
            <a:spLocks noGrp="1"/>
          </p:cNvSpPr>
          <p:nvPr>
            <p:ph idx="11" hasCustomPrompt="1"/>
          </p:nvPr>
        </p:nvSpPr>
        <p:spPr>
          <a:xfrm>
            <a:off x="4283916" y="3440672"/>
            <a:ext cx="3620748" cy="2544203"/>
          </a:xfrm>
        </p:spPr>
        <p:txBody>
          <a:bodyPr/>
          <a:lstStyle/>
          <a:p>
            <a:pPr lvl="0"/>
            <a:r>
              <a:rPr lang="en-US" dirty="0"/>
              <a:t>Add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ZA" dirty="0"/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4283916" y="1268413"/>
            <a:ext cx="3620994" cy="201061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Add picture</a:t>
            </a:r>
            <a:endParaRPr lang="en-ZA" dirty="0"/>
          </a:p>
        </p:txBody>
      </p:sp>
      <p:sp>
        <p:nvSpPr>
          <p:cNvPr id="19" name="Content Placeholder 2"/>
          <p:cNvSpPr>
            <a:spLocks noGrp="1"/>
          </p:cNvSpPr>
          <p:nvPr>
            <p:ph idx="13" hasCustomPrompt="1"/>
          </p:nvPr>
        </p:nvSpPr>
        <p:spPr>
          <a:xfrm>
            <a:off x="8199531" y="3440672"/>
            <a:ext cx="3620748" cy="2544203"/>
          </a:xfrm>
        </p:spPr>
        <p:txBody>
          <a:bodyPr/>
          <a:lstStyle/>
          <a:p>
            <a:pPr lvl="0"/>
            <a:r>
              <a:rPr lang="en-US" dirty="0"/>
              <a:t>Add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ZA" dirty="0"/>
          </a:p>
        </p:txBody>
      </p:sp>
      <p:sp>
        <p:nvSpPr>
          <p:cNvPr id="20" name="Picture Placeholder 4"/>
          <p:cNvSpPr>
            <a:spLocks noGrp="1"/>
          </p:cNvSpPr>
          <p:nvPr>
            <p:ph type="pic" sz="quarter" idx="14" hasCustomPrompt="1"/>
          </p:nvPr>
        </p:nvSpPr>
        <p:spPr>
          <a:xfrm>
            <a:off x="8199531" y="1268413"/>
            <a:ext cx="3620994" cy="201061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Add picture</a:t>
            </a:r>
            <a:endParaRPr lang="en-ZA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588" y="6361113"/>
            <a:ext cx="9000000" cy="215900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>
              <a:buNone/>
              <a:defRPr lang="en-GB" sz="1000" b="0" i="0" u="none" strike="noStrike" spc="0" baseline="0" dirty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marL="165100" marR="0" lvl="0" indent="-1651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Footnote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03115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&amp;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8300" y="1268413"/>
            <a:ext cx="11452225" cy="4388316"/>
          </a:xfrm>
        </p:spPr>
        <p:txBody>
          <a:bodyPr/>
          <a:lstStyle/>
          <a:p>
            <a:pPr lvl="0"/>
            <a:r>
              <a:rPr lang="en-US" dirty="0"/>
              <a:t>Add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ZA" dirty="0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368300" y="195750"/>
            <a:ext cx="11452225" cy="72000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ZA" dirty="0"/>
            </a:lvl1pPr>
          </a:lstStyle>
          <a:p>
            <a:pPr lvl="0"/>
            <a:r>
              <a:rPr lang="en-US" dirty="0"/>
              <a:t>Add title</a:t>
            </a:r>
            <a:endParaRPr lang="en-ZA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68300" y="5814829"/>
            <a:ext cx="11452225" cy="268661"/>
          </a:xfrm>
        </p:spPr>
        <p:txBody>
          <a:bodyPr anchor="b"/>
          <a:lstStyle>
            <a:lvl1pPr marL="0" indent="0">
              <a:buNone/>
              <a:defRPr sz="9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Add footnote/source</a:t>
            </a:r>
            <a:endParaRPr lang="en-ZA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58588" y="6361113"/>
            <a:ext cx="9000000" cy="215900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>
              <a:buNone/>
              <a:defRPr lang="en-GB" sz="1000" b="0" i="0" u="none" strike="noStrike" spc="0" baseline="0" dirty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marL="165100" marR="0" lvl="0" indent="-1651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Footnote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2029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0000" y="197225"/>
            <a:ext cx="11460525" cy="720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 dirty="0"/>
              <a:t>Add title</a:t>
            </a:r>
            <a:endParaRPr lang="en-Z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300" y="1268413"/>
            <a:ext cx="11452225" cy="4716462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lvl="0"/>
            <a:r>
              <a:rPr lang="en-US" dirty="0"/>
              <a:t>Add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ZA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10784541" y="6360871"/>
            <a:ext cx="493060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 i="0" u="none" strike="noStrike" kern="1200" spc="0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       </a:t>
            </a:r>
            <a:fld id="{B85E10F6-AA81-46B5-AAF7-516B34FC585A}" type="slidenum">
              <a:rPr lang="en-US" sz="1000" b="1" i="0" u="none" strike="noStrike" kern="1200" spc="0" baseline="0" smtClean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ZA" sz="1000" b="1" spc="0" baseline="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10" name="Straight Connector 9"/>
          <p:cNvCxnSpPr>
            <a:cxnSpLocks/>
          </p:cNvCxnSpPr>
          <p:nvPr userDrawn="1"/>
        </p:nvCxnSpPr>
        <p:spPr>
          <a:xfrm>
            <a:off x="368300" y="6203579"/>
            <a:ext cx="1089137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11494903" y="6186557"/>
            <a:ext cx="508838" cy="510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909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719" r:id="rId2"/>
    <p:sldLayoutId id="2147483722" r:id="rId3"/>
    <p:sldLayoutId id="2147483727" r:id="rId4"/>
    <p:sldLayoutId id="2147483724" r:id="rId5"/>
    <p:sldLayoutId id="2147483725" r:id="rId6"/>
    <p:sldLayoutId id="2147483650" r:id="rId7"/>
    <p:sldLayoutId id="2147483721" r:id="rId8"/>
    <p:sldLayoutId id="2147483720" r:id="rId9"/>
    <p:sldLayoutId id="2147483664" r:id="rId10"/>
    <p:sldLayoutId id="2147483711" r:id="rId11"/>
    <p:sldLayoutId id="2147483713" r:id="rId12"/>
    <p:sldLayoutId id="2147483714" r:id="rId13"/>
    <p:sldLayoutId id="2147483663" r:id="rId14"/>
    <p:sldLayoutId id="2147483715" r:id="rId15"/>
    <p:sldLayoutId id="2147483716" r:id="rId16"/>
    <p:sldLayoutId id="2147483717" r:id="rId17"/>
    <p:sldLayoutId id="2147483728" r:id="rId18"/>
    <p:sldLayoutId id="2147483718" r:id="rId19"/>
    <p:sldLayoutId id="2147483709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 cap="none" spc="-3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65100" indent="-165100" algn="l" defTabSz="914400" rtl="0" eaLnBrk="1" latinLnBrk="0" hangingPunct="1">
        <a:lnSpc>
          <a:spcPct val="120000"/>
        </a:lnSpc>
        <a:spcBef>
          <a:spcPts val="3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338138" indent="-182563" algn="l" defTabSz="914400" rtl="0" eaLnBrk="1" latinLnBrk="0" hangingPunct="1">
        <a:lnSpc>
          <a:spcPct val="120000"/>
        </a:lnSpc>
        <a:spcBef>
          <a:spcPts val="3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30225" indent="-182563" algn="l" defTabSz="914400" rtl="0" eaLnBrk="1" latinLnBrk="0" hangingPunct="1">
        <a:lnSpc>
          <a:spcPct val="120000"/>
        </a:lnSpc>
        <a:spcBef>
          <a:spcPts val="3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76275" indent="-155575" algn="l" defTabSz="914400" rtl="0" eaLnBrk="1" latinLnBrk="0" hangingPunct="1">
        <a:lnSpc>
          <a:spcPct val="120000"/>
        </a:lnSpc>
        <a:spcBef>
          <a:spcPts val="3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822325" indent="-136525" algn="l" defTabSz="914400" rtl="0" eaLnBrk="1" latinLnBrk="0" hangingPunct="1">
        <a:lnSpc>
          <a:spcPct val="120000"/>
        </a:lnSpc>
        <a:spcBef>
          <a:spcPts val="3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770" userDrawn="1">
          <p15:clr>
            <a:srgbClr val="F26B43"/>
          </p15:clr>
        </p15:guide>
        <p15:guide id="2" pos="232" userDrawn="1">
          <p15:clr>
            <a:srgbClr val="F26B43"/>
          </p15:clr>
        </p15:guide>
        <p15:guide id="3" pos="7446" userDrawn="1">
          <p15:clr>
            <a:srgbClr val="F26B43"/>
          </p15:clr>
        </p15:guide>
        <p15:guide id="4" orient="horz" pos="79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750311" y="4720197"/>
            <a:ext cx="8716418" cy="450338"/>
          </a:xfrm>
        </p:spPr>
        <p:txBody>
          <a:bodyPr/>
          <a:lstStyle/>
          <a:p>
            <a:r>
              <a:rPr lang="en-US" sz="2400" dirty="0"/>
              <a:t>Multi Agent Hierarchical Expert Re-identification for Large-Scale </a:t>
            </a:r>
            <a:r>
              <a:rPr lang="en-US" sz="2400" dirty="0" err="1"/>
              <a:t>Widlife</a:t>
            </a:r>
            <a:r>
              <a:rPr lang="en-US" sz="2400" dirty="0"/>
              <a:t> Recognition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750311" y="5578758"/>
            <a:ext cx="8716418" cy="277906"/>
          </a:xfrm>
        </p:spPr>
        <p:txBody>
          <a:bodyPr/>
          <a:lstStyle/>
          <a:p>
            <a:r>
              <a:rPr lang="en-GB" dirty="0"/>
              <a:t>T.W. </a:t>
            </a:r>
            <a:r>
              <a:rPr lang="en-GB" dirty="0" err="1"/>
              <a:t>Manhema</a:t>
            </a:r>
            <a:r>
              <a:rPr lang="en-GB" dirty="0"/>
              <a:t>, J.S Phala, H.E </a:t>
            </a:r>
            <a:r>
              <a:rPr lang="en-GB" dirty="0" err="1"/>
              <a:t>Ashimwe</a:t>
            </a:r>
            <a:r>
              <a:rPr lang="en-GB" dirty="0"/>
              <a:t>, L. Phuma </a:t>
            </a:r>
            <a:r>
              <a:rPr lang="en-US" dirty="0"/>
              <a:t> </a:t>
            </a:r>
            <a:endParaRPr lang="en-US" dirty="0">
              <a:cs typeface="Arial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750887" y="5986979"/>
            <a:ext cx="6893085" cy="277907"/>
          </a:xfrm>
        </p:spPr>
        <p:txBody>
          <a:bodyPr/>
          <a:lstStyle/>
          <a:p>
            <a:r>
              <a:rPr lang="en-US">
                <a:cs typeface="Arial"/>
              </a:rPr>
              <a:t>MAHER</a:t>
            </a:r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43861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A0C49E7-5D41-4FB3-977E-989B2A6AD477}"/>
              </a:ext>
            </a:extLst>
          </p:cNvPr>
          <p:cNvSpPr/>
          <p:nvPr/>
        </p:nvSpPr>
        <p:spPr>
          <a:xfrm>
            <a:off x="368300" y="1268413"/>
            <a:ext cx="11452225" cy="4716462"/>
          </a:xfrm>
          <a:prstGeom prst="rect">
            <a:avLst/>
          </a:prstGeom>
        </p:spPr>
        <p:txBody>
          <a:bodyPr vert="horz" lIns="0" tIns="45720" rIns="91440" bIns="45720" rtlCol="0" anchor="t">
            <a:normAutofit/>
          </a:bodyPr>
          <a:lstStyle/>
          <a:p>
            <a:pPr marL="165100" indent="-165100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cs typeface="Arial"/>
              </a:rPr>
              <a:t>Problem</a:t>
            </a:r>
            <a:r>
              <a:rPr lang="en-US" dirty="0">
                <a:cs typeface="Arial"/>
              </a:rPr>
              <a:t>: identifying wild animals without physical tags is hard because population are dynamic and new indivi</a:t>
            </a:r>
            <a:r>
              <a:rPr lang="en-US">
                <a:cs typeface="Arial"/>
              </a:rPr>
              <a:t>duals keep popping up</a:t>
            </a:r>
          </a:p>
          <a:p>
            <a:pPr marL="165100" indent="-165100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>
                <a:cs typeface="Arial"/>
              </a:rPr>
              <a:t>Our approach</a:t>
            </a:r>
          </a:p>
          <a:p>
            <a:pPr marL="622300" lvl="1" indent="-165100">
              <a:lnSpc>
                <a:spcPct val="120000"/>
              </a:lnSpc>
              <a:spcBef>
                <a:spcPts val="300"/>
              </a:spcBef>
              <a:buFont typeface="Courier New,monospace" panose="020B0604020202020204" pitchFamily="34" charset="0"/>
              <a:buChar char="o"/>
            </a:pPr>
            <a:r>
              <a:rPr lang="en-US" b="1">
                <a:cs typeface="Arial"/>
              </a:rPr>
              <a:t>Model A </a:t>
            </a:r>
            <a:r>
              <a:rPr lang="en-US">
                <a:cs typeface="Arial"/>
              </a:rPr>
              <a:t>(general): predicts the species of an animal</a:t>
            </a:r>
          </a:p>
          <a:p>
            <a:pPr marL="622300" lvl="1" indent="-165100">
              <a:lnSpc>
                <a:spcPct val="120000"/>
              </a:lnSpc>
              <a:spcBef>
                <a:spcPts val="300"/>
              </a:spcBef>
              <a:buFont typeface="Courier New,monospace" panose="020B0604020202020204" pitchFamily="34" charset="0"/>
              <a:buChar char="o"/>
            </a:pPr>
            <a:r>
              <a:rPr lang="en-US" dirty="0">
                <a:cs typeface="Arial"/>
              </a:rPr>
              <a:t>A routing table picks from a matching </a:t>
            </a:r>
            <a:r>
              <a:rPr lang="en-US" b="1" dirty="0">
                <a:cs typeface="Arial"/>
              </a:rPr>
              <a:t>Model B</a:t>
            </a:r>
            <a:r>
              <a:rPr lang="en-US" dirty="0">
                <a:cs typeface="Arial"/>
              </a:rPr>
              <a:t> of 4 animals that </a:t>
            </a:r>
            <a:r>
              <a:rPr lang="en-US" dirty="0" err="1">
                <a:cs typeface="Arial"/>
              </a:rPr>
              <a:t>specialises</a:t>
            </a:r>
            <a:r>
              <a:rPr lang="en-US" dirty="0">
                <a:cs typeface="Arial"/>
              </a:rPr>
              <a:t> on that species</a:t>
            </a:r>
          </a:p>
          <a:p>
            <a:pPr marL="622300" lvl="1" indent="-165100">
              <a:lnSpc>
                <a:spcPct val="120000"/>
              </a:lnSpc>
              <a:spcBef>
                <a:spcPts val="300"/>
              </a:spcBef>
              <a:buFont typeface="Courier New,monospace" panose="020B0604020202020204" pitchFamily="34" charset="0"/>
              <a:buChar char="o"/>
            </a:pPr>
            <a:r>
              <a:rPr lang="en-US">
                <a:cs typeface="Arial"/>
              </a:rPr>
              <a:t>That specialist model looks for that specific individual, if it doesn't exist, flag it as new</a:t>
            </a:r>
          </a:p>
          <a:p>
            <a:pPr marL="165100" indent="-165100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cs typeface="Arial"/>
              </a:rPr>
              <a:t>Scope: </a:t>
            </a:r>
            <a:r>
              <a:rPr lang="en-US" dirty="0">
                <a:cs typeface="Arial"/>
              </a:rPr>
              <a:t>4 species (hyena, leopard, </a:t>
            </a:r>
            <a:r>
              <a:rPr lang="en-US">
                <a:cs typeface="Arial"/>
              </a:rPr>
              <a:t>macaque, dog)</a:t>
            </a:r>
            <a:endParaRPr lang="en-US" dirty="0">
              <a:cs typeface="Arial"/>
            </a:endParaRPr>
          </a:p>
          <a:p>
            <a:pPr marL="622300" lvl="1" indent="-165100">
              <a:lnSpc>
                <a:spcPct val="120000"/>
              </a:lnSpc>
              <a:spcBef>
                <a:spcPts val="300"/>
              </a:spcBef>
              <a:buFont typeface="Courier New" panose="020B0604020202020204" pitchFamily="34" charset="0"/>
              <a:buChar char="o"/>
            </a:pPr>
            <a:endParaRPr lang="en-US" dirty="0">
              <a:cs typeface="Arial"/>
            </a:endParaRPr>
          </a:p>
          <a:p>
            <a:pPr lvl="1">
              <a:lnSpc>
                <a:spcPct val="120000"/>
              </a:lnSpc>
              <a:spcBef>
                <a:spcPts val="300"/>
              </a:spcBef>
            </a:pPr>
            <a:endParaRPr lang="en-US" dirty="0">
              <a:cs typeface="Arial"/>
            </a:endParaRPr>
          </a:p>
          <a:p>
            <a:pPr marL="622300" lvl="1" indent="-165100">
              <a:lnSpc>
                <a:spcPct val="120000"/>
              </a:lnSpc>
              <a:spcBef>
                <a:spcPts val="300"/>
              </a:spcBef>
              <a:buFont typeface="Courier New" panose="020B0604020202020204" pitchFamily="34" charset="0"/>
              <a:buChar char="o"/>
            </a:pPr>
            <a:endParaRPr lang="en-US" dirty="0">
              <a:cs typeface="Arial"/>
            </a:endParaRPr>
          </a:p>
          <a:p>
            <a:pPr marL="622300" lvl="1" indent="-165100">
              <a:lnSpc>
                <a:spcPct val="120000"/>
              </a:lnSpc>
              <a:spcBef>
                <a:spcPts val="300"/>
              </a:spcBef>
              <a:buFont typeface="Courier New" panose="020B0604020202020204" pitchFamily="34" charset="0"/>
              <a:buChar char="o"/>
            </a:pPr>
            <a:endParaRPr lang="en-US" dirty="0"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4BB2F6-39A3-4728-91CA-667446880405}"/>
              </a:ext>
            </a:extLst>
          </p:cNvPr>
          <p:cNvSpPr/>
          <p:nvPr/>
        </p:nvSpPr>
        <p:spPr>
          <a:xfrm>
            <a:off x="368300" y="195750"/>
            <a:ext cx="11452225" cy="72000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spc="-3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Overview</a:t>
            </a:r>
            <a:endParaRPr lang="en-US">
              <a:ea typeface="+mj-ea"/>
              <a:cs typeface="+mj-cs"/>
            </a:endParaRP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188CCBD-45EC-8A46-086B-90B9FB849C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588" y="6361113"/>
            <a:ext cx="9000000" cy="215900"/>
          </a:xfrm>
        </p:spPr>
        <p:txBody>
          <a:bodyPr/>
          <a:lstStyle/>
          <a:p>
            <a:r>
              <a:rPr lang="en-US" dirty="0"/>
              <a:t>MAHER</a:t>
            </a:r>
          </a:p>
        </p:txBody>
      </p:sp>
    </p:spTree>
    <p:extLst>
      <p:ext uri="{BB962C8B-B14F-4D97-AF65-F5344CB8AC3E}">
        <p14:creationId xmlns:p14="http://schemas.microsoft.com/office/powerpoint/2010/main" val="110185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4486A-C1F7-B215-A02B-D9567777D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D0D1F1B-D684-CDAB-B7FB-CB35F32192D7}"/>
              </a:ext>
            </a:extLst>
          </p:cNvPr>
          <p:cNvSpPr/>
          <p:nvPr/>
        </p:nvSpPr>
        <p:spPr>
          <a:xfrm>
            <a:off x="368300" y="1268413"/>
            <a:ext cx="11452225" cy="4716462"/>
          </a:xfrm>
          <a:prstGeom prst="rect">
            <a:avLst/>
          </a:prstGeom>
        </p:spPr>
        <p:txBody>
          <a:bodyPr vert="horz" lIns="0" tIns="45720" rIns="91440" bIns="45720" rtlCol="0" anchor="t">
            <a:normAutofit/>
          </a:bodyPr>
          <a:lstStyle/>
          <a:p>
            <a:pPr marL="165100" indent="-165100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dirty="0">
                <a:cs typeface="Arial"/>
              </a:rPr>
              <a:t>Source: the wildlife-datasets package; SpottedHyenaID109, LeopardD102, </a:t>
            </a:r>
            <a:r>
              <a:rPr lang="en-US" dirty="0" err="1">
                <a:cs typeface="Arial"/>
              </a:rPr>
              <a:t>MacaqueFaces</a:t>
            </a:r>
            <a:r>
              <a:rPr lang="en-US" dirty="0">
                <a:cs typeface="Arial"/>
              </a:rPr>
              <a:t>, </a:t>
            </a:r>
            <a:r>
              <a:rPr lang="en-US" dirty="0" err="1">
                <a:cs typeface="Arial"/>
              </a:rPr>
              <a:t>DogFaceNet</a:t>
            </a:r>
            <a:r>
              <a:rPr lang="en-US" dirty="0">
                <a:cs typeface="Arial"/>
              </a:rPr>
              <a:t>.</a:t>
            </a:r>
          </a:p>
          <a:p>
            <a:pPr marL="165100" indent="-165100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dirty="0">
                <a:cs typeface="Arial"/>
              </a:rPr>
              <a:t>12,308 labelled images across 4 sp</a:t>
            </a:r>
            <a:r>
              <a:rPr lang="en-US">
                <a:cs typeface="Arial"/>
              </a:rPr>
              <a:t>ecies</a:t>
            </a:r>
          </a:p>
          <a:p>
            <a:pPr marL="165100" indent="-165100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dirty="0">
                <a:cs typeface="Arial"/>
              </a:rPr>
              <a:t>Scoped down the wildlife-datasets to 4 species due to time and resource </a:t>
            </a:r>
            <a:r>
              <a:rPr lang="en-US">
                <a:cs typeface="Arial"/>
              </a:rPr>
              <a:t>constraints</a:t>
            </a:r>
            <a:endParaRPr lang="en-US" dirty="0">
              <a:cs typeface="Arial"/>
            </a:endParaRPr>
          </a:p>
          <a:p>
            <a:pPr>
              <a:lnSpc>
                <a:spcPct val="120000"/>
              </a:lnSpc>
              <a:spcBef>
                <a:spcPts val="300"/>
              </a:spcBef>
            </a:pPr>
            <a:endParaRPr lang="en-US" dirty="0"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C447E2-584A-F204-BE16-FE397FAE6B5A}"/>
              </a:ext>
            </a:extLst>
          </p:cNvPr>
          <p:cNvSpPr/>
          <p:nvPr/>
        </p:nvSpPr>
        <p:spPr>
          <a:xfrm>
            <a:off x="368300" y="195750"/>
            <a:ext cx="11452225" cy="72000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spc="-3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Data &amp; Key Decisions</a:t>
            </a:r>
            <a:endParaRPr lang="en-US">
              <a:solidFill>
                <a:schemeClr val="accent1"/>
              </a:solidFill>
              <a:ea typeface="+mj-ea"/>
              <a:cs typeface="+mj-cs"/>
            </a:endParaRP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6950518-8E94-B866-CC38-2E26B3D663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588" y="6361113"/>
            <a:ext cx="9000000" cy="215900"/>
          </a:xfrm>
        </p:spPr>
        <p:txBody>
          <a:bodyPr/>
          <a:lstStyle/>
          <a:p>
            <a:r>
              <a:rPr lang="en-US">
                <a:cs typeface="Arial"/>
              </a:rPr>
              <a:t>MAHER</a:t>
            </a:r>
          </a:p>
        </p:txBody>
      </p:sp>
    </p:spTree>
    <p:extLst>
      <p:ext uri="{BB962C8B-B14F-4D97-AF65-F5344CB8AC3E}">
        <p14:creationId xmlns:p14="http://schemas.microsoft.com/office/powerpoint/2010/main" val="2827067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84CCC-7B6B-8EA1-600F-1BE92AC00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3559590-62B1-CC80-C867-022152C10ABD}"/>
              </a:ext>
            </a:extLst>
          </p:cNvPr>
          <p:cNvSpPr/>
          <p:nvPr/>
        </p:nvSpPr>
        <p:spPr>
          <a:xfrm>
            <a:off x="368300" y="195750"/>
            <a:ext cx="11452225" cy="72000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spc="-3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Model A</a:t>
            </a:r>
            <a:endParaRPr lang="en-US">
              <a:solidFill>
                <a:schemeClr val="accent1"/>
              </a:solidFill>
              <a:ea typeface="+mj-ea"/>
              <a:cs typeface="+mj-cs"/>
            </a:endParaRP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10AB30A-CB01-191A-79EB-90EF38927A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588" y="6361113"/>
            <a:ext cx="9000000" cy="215900"/>
          </a:xfrm>
        </p:spPr>
        <p:txBody>
          <a:bodyPr/>
          <a:lstStyle/>
          <a:p>
            <a:r>
              <a:rPr lang="en-US" dirty="0"/>
              <a:t>MAHER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1887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26003B"/>
                </a:solidFill>
                <a:latin typeface="Arial"/>
              </a:rPr>
              <a:t>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645920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400" b="1" dirty="0">
                <a:solidFill>
                  <a:srgbClr val="D95900"/>
                </a:solidFill>
                <a:latin typeface="Arial"/>
              </a:rPr>
              <a:t>99.78%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37744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7A7A7A"/>
                </a:solidFill>
                <a:latin typeface="Arial"/>
              </a:rPr>
              <a:t>accuracy · 455 / 456 correct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1645920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400" b="1">
                <a:solidFill>
                  <a:srgbClr val="D95900"/>
                </a:solidFill>
                <a:latin typeface="Arial"/>
              </a:rPr>
              <a:t>0.997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237744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7A7A7A"/>
                </a:solidFill>
                <a:latin typeface="Arial"/>
              </a:rPr>
              <a:t>macro F1-score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8803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7A7A7A"/>
                </a:solidFill>
                <a:latin typeface="Arial"/>
              </a:rPr>
              <a:t>Confusion matrix (rows = actual, columns = predicted)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309360" y="3200400"/>
          <a:ext cx="5394960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8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C3C3C"/>
                          </a:solidFill>
                          <a:latin typeface="Arial"/>
                        </a:rPr>
                        <a:t>Dog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C3C3C"/>
                          </a:solidFill>
                          <a:latin typeface="Arial"/>
                        </a:rPr>
                        <a:t>Hyena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C3C3C"/>
                          </a:solidFill>
                          <a:latin typeface="Arial"/>
                        </a:rPr>
                        <a:t>Leopard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C3C3C"/>
                          </a:solidFill>
                          <a:latin typeface="Arial"/>
                        </a:rPr>
                        <a:t>Macaque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C3C3C"/>
                          </a:solidFill>
                          <a:latin typeface="Arial"/>
                        </a:rPr>
                        <a:t>Dog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45720" marR="45720">
                    <a:solidFill>
                      <a:srgbClr val="2600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7A7A7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>
                    <a:solidFill>
                      <a:srgbClr val="F4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7A7A7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>
                    <a:solidFill>
                      <a:srgbClr val="F4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7A7A7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>
                    <a:solidFill>
                      <a:srgbClr val="F4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C3C3C"/>
                          </a:solidFill>
                          <a:latin typeface="Arial"/>
                        </a:rPr>
                        <a:t>Hyena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7A7A7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>
                    <a:solidFill>
                      <a:srgbClr val="F4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45720" marR="45720">
                    <a:solidFill>
                      <a:srgbClr val="2600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45720" marR="45720">
                    <a:solidFill>
                      <a:srgbClr val="D959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7A7A7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>
                    <a:solidFill>
                      <a:srgbClr val="F4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C3C3C"/>
                          </a:solidFill>
                          <a:latin typeface="Arial"/>
                        </a:rPr>
                        <a:t>Leopard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7A7A7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>
                    <a:solidFill>
                      <a:srgbClr val="F4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7A7A7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>
                    <a:solidFill>
                      <a:srgbClr val="F4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45720" marR="45720">
                    <a:solidFill>
                      <a:srgbClr val="2600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7A7A7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>
                    <a:solidFill>
                      <a:srgbClr val="F4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C3C3C"/>
                          </a:solidFill>
                          <a:latin typeface="Arial"/>
                        </a:rPr>
                        <a:t>Macaque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7A7A7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>
                    <a:solidFill>
                      <a:srgbClr val="F4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7A7A7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>
                    <a:solidFill>
                      <a:srgbClr val="F4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7A7A7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>
                    <a:solidFill>
                      <a:srgbClr val="F4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45720" marR="45720">
                    <a:solidFill>
                      <a:srgbClr val="2600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1" name="Model A diagram" descr="Diagram: a wildlife photo goes into Model A, which routes it to one of four species: dog, hyena, leopard or macaqu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00200"/>
            <a:ext cx="5486400" cy="379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204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CF546-A4F5-BEA1-5086-9055FEFB1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D624D8F-687E-2CF6-0C1F-8048CEBF9A93}"/>
              </a:ext>
            </a:extLst>
          </p:cNvPr>
          <p:cNvSpPr/>
          <p:nvPr/>
        </p:nvSpPr>
        <p:spPr>
          <a:xfrm>
            <a:off x="368299" y="1268412"/>
            <a:ext cx="5070967" cy="4972131"/>
          </a:xfrm>
          <a:prstGeom prst="rect">
            <a:avLst/>
          </a:prstGeom>
        </p:spPr>
        <p:txBody>
          <a:bodyPr vert="horz" lIns="0" tIns="45720" rIns="91440" bIns="45720" rtlCol="0" anchor="t">
            <a:normAutofit fontScale="92500" lnSpcReduction="10000"/>
          </a:bodyPr>
          <a:lstStyle/>
          <a:p>
            <a:pPr marL="165100" indent="-16510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1" dirty="0">
                <a:cs typeface="Arial"/>
              </a:rPr>
              <a:t>The specialist: </a:t>
            </a:r>
            <a:r>
              <a:rPr lang="en-US" sz="1600" dirty="0">
                <a:cs typeface="Arial"/>
              </a:rPr>
              <a:t>one expert per species, trained to tell individual animals apart</a:t>
            </a:r>
          </a:p>
          <a:p>
            <a:pPr marL="165100" indent="-165100" algn="just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1" dirty="0">
                <a:cs typeface="Arial"/>
              </a:rPr>
              <a:t>A unique embedding: </a:t>
            </a:r>
            <a:r>
              <a:rPr lang="en-US" sz="1600" dirty="0"/>
              <a:t>A Vision Transformer reads each animal's coat, face, and markings and compresses them into a compact signature. </a:t>
            </a:r>
            <a:r>
              <a:rPr lang="en-US" sz="1600" dirty="0" err="1"/>
              <a:t>ArcFace</a:t>
            </a:r>
            <a:r>
              <a:rPr lang="en-US" sz="1600" dirty="0"/>
              <a:t> loss pushes photos of the same animal together and different animals apart.</a:t>
            </a:r>
            <a:endParaRPr lang="en-US" sz="1600" dirty="0">
              <a:cs typeface="Arial"/>
            </a:endParaRPr>
          </a:p>
          <a:p>
            <a:pPr marL="165100" indent="-165100" algn="just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1" dirty="0">
                <a:cs typeface="Arial"/>
              </a:rPr>
              <a:t>Known or new? </a:t>
            </a:r>
            <a:r>
              <a:rPr lang="en-US" sz="1600" dirty="0"/>
              <a:t>Each signature is matched against the animals the specialist has already met. If nothing is close enough, the animal is flagged as a stranger.</a:t>
            </a:r>
            <a:endParaRPr lang="en-US" sz="1600" dirty="0">
              <a:cs typeface="Arial"/>
            </a:endParaRPr>
          </a:p>
          <a:p>
            <a:pPr marL="0" indent="0">
              <a:lnSpc>
                <a:spcPct val="120000"/>
              </a:lnSpc>
              <a:spcBef>
                <a:spcPts val="3000"/>
              </a:spcBef>
              <a:buNone/>
            </a:pPr>
            <a:r>
              <a:rPr lang="en-US" sz="2200" b="1" dirty="0">
                <a:solidFill>
                  <a:schemeClr val="accent2"/>
                </a:solidFill>
                <a:cs typeface="Arial"/>
              </a:rPr>
              <a:t>Some species are much harder to tell apart. </a:t>
            </a:r>
          </a:p>
          <a:p>
            <a:pPr>
              <a:lnSpc>
                <a:spcPct val="100000"/>
              </a:lnSpc>
              <a:spcBef>
                <a:spcPts val="3000"/>
              </a:spcBef>
            </a:pPr>
            <a:r>
              <a:rPr lang="en-US" sz="2400" b="1" dirty="0">
                <a:solidFill>
                  <a:schemeClr val="accent2"/>
                </a:solidFill>
                <a:cs typeface="Arial"/>
              </a:rPr>
              <a:t>Rank-1 accuracy</a:t>
            </a:r>
            <a:br>
              <a:rPr lang="en-US" sz="2400" b="1" dirty="0">
                <a:solidFill>
                  <a:schemeClr val="accent2"/>
                </a:solidFill>
                <a:cs typeface="Arial"/>
              </a:rPr>
            </a:br>
            <a:r>
              <a:rPr lang="en-US" sz="2400" b="1" dirty="0">
                <a:solidFill>
                  <a:schemeClr val="accent2"/>
                </a:solidFill>
                <a:cs typeface="Arial"/>
              </a:rPr>
              <a:t>dog = 90.0%            hyena = 80.0%</a:t>
            </a:r>
            <a:br>
              <a:rPr lang="en-US" sz="2400" b="1" dirty="0">
                <a:solidFill>
                  <a:schemeClr val="accent2"/>
                </a:solidFill>
                <a:cs typeface="Arial"/>
              </a:rPr>
            </a:br>
            <a:r>
              <a:rPr lang="en-US" sz="2400" b="1" dirty="0">
                <a:solidFill>
                  <a:schemeClr val="accent2"/>
                </a:solidFill>
                <a:cs typeface="Arial"/>
              </a:rPr>
              <a:t>leopard = 89.0%      macaque = 98.9%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1B5DEE-0FD7-DB6D-AC3F-BBE35F1CA0C2}"/>
              </a:ext>
            </a:extLst>
          </p:cNvPr>
          <p:cNvSpPr/>
          <p:nvPr/>
        </p:nvSpPr>
        <p:spPr>
          <a:xfrm>
            <a:off x="368300" y="195750"/>
            <a:ext cx="11452225" cy="72000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spc="-3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Model B</a:t>
            </a:r>
            <a:endParaRPr lang="en-US">
              <a:ea typeface="+mj-ea"/>
              <a:cs typeface="+mj-cs"/>
            </a:endParaRP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9C038621-6721-A510-080D-5CF916847E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588" y="6361113"/>
            <a:ext cx="9000000" cy="215900"/>
          </a:xfrm>
        </p:spPr>
        <p:txBody>
          <a:bodyPr/>
          <a:lstStyle/>
          <a:p>
            <a:r>
              <a:rPr lang="en-US" dirty="0"/>
              <a:t>MAHER</a:t>
            </a:r>
          </a:p>
        </p:txBody>
      </p:sp>
      <p:pic>
        <p:nvPicPr>
          <p:cNvPr id="12" name="Model B diagram" descr="Diagram: a hyena photo from Model A goes into Model B, which decides whether it is a known individual or a new individu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086" y="0"/>
            <a:ext cx="4966713" cy="3061829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1216F94-5239-E37A-BB7D-BD59C3325F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6672895"/>
              </p:ext>
            </p:extLst>
          </p:nvPr>
        </p:nvGraphicFramePr>
        <p:xfrm>
          <a:off x="5712643" y="2784475"/>
          <a:ext cx="6107882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3344">
                  <a:extLst>
                    <a:ext uri="{9D8B030D-6E8A-4147-A177-3AD203B41FA5}">
                      <a16:colId xmlns:a16="http://schemas.microsoft.com/office/drawing/2014/main" val="2364769760"/>
                    </a:ext>
                  </a:extLst>
                </a:gridCol>
                <a:gridCol w="3274538">
                  <a:extLst>
                    <a:ext uri="{9D8B030D-6E8A-4147-A177-3AD203B41FA5}">
                      <a16:colId xmlns:a16="http://schemas.microsoft.com/office/drawing/2014/main" val="220150268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Backbone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192 for </a:t>
                      </a:r>
                      <a:r>
                        <a:rPr lang="en-US" dirty="0" err="1"/>
                        <a:t>ViT</a:t>
                      </a:r>
                      <a:r>
                        <a:rPr lang="en-US" dirty="0"/>
                        <a:t>-Tiny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254733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Loss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/>
                        <a:t>ArcFace</a:t>
                      </a:r>
                      <a:r>
                        <a:rPr lang="en-US" sz="1800" dirty="0"/>
                        <a:t> (angular margin)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445152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Input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224 × 224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783212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Training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30 epochs per species, 4 specialists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985778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Embedding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256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411122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/>
                        <a:t>ArcFace</a:t>
                      </a:r>
                      <a:r>
                        <a:rPr lang="en-US" sz="1800" dirty="0"/>
                        <a:t> Scale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30.0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06707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/>
                        <a:t>ArcFace</a:t>
                      </a:r>
                      <a:r>
                        <a:rPr lang="en-US" sz="1800" dirty="0"/>
                        <a:t> Margin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0.5 radian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988956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Lr and weight Decay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1e-4 and 1e-4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7489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6221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4B95A-0F63-44C5-A920-FEE78C3B4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4A80CC4-6CAA-98ED-E3DC-7A60BF7B5A32}"/>
              </a:ext>
            </a:extLst>
          </p:cNvPr>
          <p:cNvSpPr/>
          <p:nvPr/>
        </p:nvSpPr>
        <p:spPr>
          <a:xfrm>
            <a:off x="368300" y="1268413"/>
            <a:ext cx="11452225" cy="4716462"/>
          </a:xfrm>
          <a:prstGeom prst="rect">
            <a:avLst/>
          </a:prstGeom>
        </p:spPr>
        <p:txBody>
          <a:bodyPr vert="horz" lIns="0" tIns="45720" rIns="91440" bIns="45720" rtlCol="0" anchor="t">
            <a:normAutofit/>
          </a:bodyPr>
          <a:lstStyle/>
          <a:p>
            <a:pPr marL="165100" indent="-165100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cs typeface="Arial"/>
              </a:rPr>
              <a:t>Integration</a:t>
            </a:r>
            <a:r>
              <a:rPr lang="en-US" dirty="0">
                <a:cs typeface="Arial"/>
              </a:rPr>
              <a:t>: photo in → Model A predicts species → routing table picks matching Model B → photo → known individual or new </a:t>
            </a:r>
            <a:r>
              <a:rPr lang="en-US">
                <a:cs typeface="Arial"/>
              </a:rPr>
              <a:t>individual</a:t>
            </a:r>
            <a:endParaRPr lang="en-US"/>
          </a:p>
          <a:p>
            <a:pPr marL="165100" indent="-165100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>
                <a:cs typeface="Arial"/>
              </a:rPr>
              <a:t>Interface</a:t>
            </a:r>
            <a:r>
              <a:rPr lang="en-US">
                <a:cs typeface="Arial"/>
              </a:rPr>
              <a:t>: a public web app built in Flask, returns the confidence of model A and the identification status of model B</a:t>
            </a:r>
          </a:p>
          <a:p>
            <a:pPr marL="165100" indent="-165100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cs typeface="Arial"/>
              </a:rPr>
              <a:t>Deploymen</a:t>
            </a:r>
            <a:r>
              <a:rPr lang="en-US" b="1">
                <a:cs typeface="Arial"/>
              </a:rPr>
              <a:t>t</a:t>
            </a:r>
            <a:r>
              <a:rPr lang="en-US">
                <a:cs typeface="Arial"/>
              </a:rPr>
              <a:t>: </a:t>
            </a:r>
          </a:p>
          <a:p>
            <a:pPr marL="622300" lvl="1" indent="-165100">
              <a:lnSpc>
                <a:spcPct val="120000"/>
              </a:lnSpc>
              <a:spcBef>
                <a:spcPts val="300"/>
              </a:spcBef>
              <a:buFont typeface="Courier New" panose="020B0604020202020204" pitchFamily="34" charset="0"/>
              <a:buChar char="o"/>
            </a:pPr>
            <a:r>
              <a:rPr lang="en-US" dirty="0" err="1">
                <a:cs typeface="Arial"/>
              </a:rPr>
              <a:t>Containerised</a:t>
            </a:r>
            <a:r>
              <a:rPr lang="en-US" dirty="0">
                <a:cs typeface="Arial"/>
              </a:rPr>
              <a:t> with Docker</a:t>
            </a:r>
          </a:p>
          <a:p>
            <a:pPr marL="622300" lvl="1" indent="-165100">
              <a:lnSpc>
                <a:spcPct val="120000"/>
              </a:lnSpc>
              <a:spcBef>
                <a:spcPts val="300"/>
              </a:spcBef>
              <a:buFont typeface="Courier New" panose="020B0604020202020204" pitchFamily="34" charset="0"/>
              <a:buChar char="o"/>
            </a:pPr>
            <a:r>
              <a:rPr lang="en-US">
                <a:cs typeface="Arial"/>
              </a:rPr>
              <a:t>Served being a reverse proxy with automatic HTTPS</a:t>
            </a:r>
          </a:p>
          <a:p>
            <a:pPr marL="622300" lvl="1" indent="-165100">
              <a:lnSpc>
                <a:spcPct val="120000"/>
              </a:lnSpc>
              <a:spcBef>
                <a:spcPts val="300"/>
              </a:spcBef>
              <a:buFont typeface="Courier New" panose="020B0604020202020204" pitchFamily="34" charset="0"/>
              <a:buChar char="o"/>
            </a:pPr>
            <a:r>
              <a:rPr lang="en-US" dirty="0">
                <a:cs typeface="Arial"/>
              </a:rPr>
              <a:t>Live, publicly </a:t>
            </a:r>
            <a:r>
              <a:rPr lang="en-US" dirty="0" err="1">
                <a:cs typeface="Arial"/>
              </a:rPr>
              <a:t>accessable</a:t>
            </a:r>
            <a:r>
              <a:rPr lang="en-US" dirty="0">
                <a:cs typeface="Arial"/>
              </a:rPr>
              <a:t> demo</a:t>
            </a:r>
          </a:p>
          <a:p>
            <a:pPr marL="622300" lvl="1" indent="-165100">
              <a:lnSpc>
                <a:spcPct val="120000"/>
              </a:lnSpc>
              <a:spcBef>
                <a:spcPts val="300"/>
              </a:spcBef>
              <a:buFont typeface="Courier New" panose="020B0604020202020204" pitchFamily="34" charset="0"/>
              <a:buChar char="o"/>
            </a:pPr>
            <a:endParaRPr lang="en-US" dirty="0">
              <a:cs typeface="Arial"/>
            </a:endParaRPr>
          </a:p>
          <a:p>
            <a:pPr lvl="1">
              <a:lnSpc>
                <a:spcPct val="120000"/>
              </a:lnSpc>
              <a:spcBef>
                <a:spcPts val="300"/>
              </a:spcBef>
            </a:pPr>
            <a:endParaRPr lang="en-US" dirty="0"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154CFD-E6C5-09A0-58AD-EE60CBCDD5C5}"/>
              </a:ext>
            </a:extLst>
          </p:cNvPr>
          <p:cNvSpPr/>
          <p:nvPr/>
        </p:nvSpPr>
        <p:spPr>
          <a:xfrm>
            <a:off x="368300" y="195750"/>
            <a:ext cx="11452225" cy="72000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spc="-3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UI, Integration &amp; </a:t>
            </a:r>
            <a:r>
              <a:rPr lang="en-US" sz="2800" b="1" spc="-3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Deployment</a:t>
            </a:r>
            <a:endParaRPr lang="en-US" sz="2800" b="1" spc="-30" dirty="0">
              <a:ln w="0"/>
              <a:solidFill>
                <a:schemeClr val="accent1"/>
              </a:solidFill>
              <a:effectLst>
                <a:outerShdw blurRad="38100" dist="19050" dir="2700000" algn="tl" rotWithShape="0">
                  <a:srgbClr val="3C3C3C">
                    <a:alpha val="40000"/>
                  </a:srgbClr>
                </a:outerShdw>
              </a:effectLst>
              <a:ea typeface="+mj-ea"/>
              <a:cs typeface="Arial"/>
            </a:endParaRP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835D8C9-DE65-9F04-0240-55FD6F7C8F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588" y="6361113"/>
            <a:ext cx="9000000" cy="2159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FF89CC-835A-4A56-38A8-E1B74AF309DC}"/>
              </a:ext>
            </a:extLst>
          </p:cNvPr>
          <p:cNvSpPr txBox="1"/>
          <p:nvPr/>
        </p:nvSpPr>
        <p:spPr>
          <a:xfrm>
            <a:off x="4130051" y="5128838"/>
            <a:ext cx="39379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cs typeface="Arial"/>
              </a:rPr>
              <a:t>Live Demo</a:t>
            </a:r>
            <a:r>
              <a:rPr lang="en-US" dirty="0">
                <a:cs typeface="Arial"/>
              </a:rPr>
              <a:t>: </a:t>
            </a:r>
            <a:r>
              <a:rPr lang="en-US">
                <a:cs typeface="Arial"/>
              </a:rPr>
              <a:t>https://maher.lwazi.gay</a:t>
            </a:r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71663670"/>
      </p:ext>
    </p:extLst>
  </p:cSld>
  <p:clrMapOvr>
    <a:masterClrMapping/>
  </p:clrMapOvr>
</p:sld>
</file>

<file path=ppt/theme/theme1.xml><?xml version="1.0" encoding="utf-8"?>
<a:theme xmlns:a="http://schemas.openxmlformats.org/drawingml/2006/main" name="UJ">
  <a:themeElements>
    <a:clrScheme name="UJ">
      <a:dk1>
        <a:srgbClr val="3C3C3C"/>
      </a:dk1>
      <a:lt1>
        <a:srgbClr val="FFFFFF"/>
      </a:lt1>
      <a:dk2>
        <a:srgbClr val="3C3C3C"/>
      </a:dk2>
      <a:lt2>
        <a:srgbClr val="A7A7A7"/>
      </a:lt2>
      <a:accent1>
        <a:srgbClr val="26003B"/>
      </a:accent1>
      <a:accent2>
        <a:srgbClr val="D95900"/>
      </a:accent2>
      <a:accent3>
        <a:srgbClr val="3C3C3C"/>
      </a:accent3>
      <a:accent4>
        <a:srgbClr val="E98837"/>
      </a:accent4>
      <a:accent5>
        <a:srgbClr val="A7A7A7"/>
      </a:accent5>
      <a:accent6>
        <a:srgbClr val="93809D"/>
      </a:accent6>
      <a:hlink>
        <a:srgbClr val="3C3C3C"/>
      </a:hlink>
      <a:folHlink>
        <a:srgbClr val="A7A7A7"/>
      </a:folHlink>
    </a:clrScheme>
    <a:fontScheme name="Custom 97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  <_dlc_DocId xmlns="54d5fed8-76f5-4e8f-9889-73f9666a3c69">2WKNTYJURH3M-4-4795</_dlc_DocId>
    <_dlc_DocIdUrl xmlns="54d5fed8-76f5-4e8f-9889-73f9666a3c69">
      <Url>https://intranet.uj.ac.za/_layouts/15/DocIdRedir.aspx?ID=2WKNTYJURH3M-4-4795</Url>
      <Description>2WKNTYJURH3M-4-4795</Description>
    </_dlc_DocIdUrl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5BC57F166C9754B91CD85089D67B371" ma:contentTypeVersion="1" ma:contentTypeDescription="Create a new document." ma:contentTypeScope="" ma:versionID="3a62357ed737ed26a1ba1db33fc307ac">
  <xsd:schema xmlns:xsd="http://www.w3.org/2001/XMLSchema" xmlns:xs="http://www.w3.org/2001/XMLSchema" xmlns:p="http://schemas.microsoft.com/office/2006/metadata/properties" xmlns:ns1="http://schemas.microsoft.com/sharepoint/v3" xmlns:ns2="54d5fed8-76f5-4e8f-9889-73f9666a3c69" targetNamespace="http://schemas.microsoft.com/office/2006/metadata/properties" ma:root="true" ma:fieldsID="42f0a9b80ca4ba500715ad7d4b3db980" ns1:_="" ns2:_="">
    <xsd:import namespace="http://schemas.microsoft.com/sharepoint/v3"/>
    <xsd:import namespace="54d5fed8-76f5-4e8f-9889-73f9666a3c69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_dlc_DocId" minOccurs="0"/>
                <xsd:element ref="ns2:_dlc_DocIdUrl" minOccurs="0"/>
                <xsd:element ref="ns2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d5fed8-76f5-4e8f-9889-73f9666a3c69" elementFormDefault="qualified">
    <xsd:import namespace="http://schemas.microsoft.com/office/2006/documentManagement/types"/>
    <xsd:import namespace="http://schemas.microsoft.com/office/infopath/2007/PartnerControls"/>
    <xsd:element name="_dlc_DocId" ma:index="10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11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2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383B6F55-99A6-46B1-9373-B11ECF2F7B4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39E6DC7-4EA3-4ABC-9794-00F344CE4181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sharepoint/v3"/>
    <ds:schemaRef ds:uri="54d5fed8-76f5-4e8f-9889-73f9666a3c69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0E24151-81F6-4ACE-8390-8E4FD6D7327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54d5fed8-76f5-4e8f-9889-73f9666a3c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4764DC39-0BBE-498F-8FFC-0D8F2578F6AB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435</Words>
  <Application>Microsoft Office PowerPoint</Application>
  <PresentationFormat>Widescreen</PresentationFormat>
  <Paragraphs>81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Courier New</vt:lpstr>
      <vt:lpstr>Courier New,monospace</vt:lpstr>
      <vt:lpstr>UJ</vt:lpstr>
      <vt:lpstr>Multi Agent Hierarchical Expert Re-identification for Large-Scale Widlife Recognition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Debra</dc:creator>
  <cp:lastModifiedBy>Jabez Phala</cp:lastModifiedBy>
  <cp:revision>370</cp:revision>
  <dcterms:created xsi:type="dcterms:W3CDTF">2016-08-29T16:05:45Z</dcterms:created>
  <dcterms:modified xsi:type="dcterms:W3CDTF">2026-10-18T19:03:24Z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0x010100D5BC57F166C9754B91CD85089D67B371</vt:lpwstr>
  </property>
  <property fmtid="{D5CDD505-2E9C-101B-9397-08002B2CF9AE}" pid="3" name="_dlc_DocIdItemGuid">
    <vt:lpwstr>446716d7-540a-4505-8cfc-ef7a779e7d02</vt:lpwstr>
  </property>
</Properties>
</file>